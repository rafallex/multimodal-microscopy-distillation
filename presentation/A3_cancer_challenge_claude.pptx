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five acts of experimentation, +0.081 LB lift over the supervised baseline on the ensemble, +0.090 on the best single seed. v47_seed2 at 0.8355 currently holds #3 on the public leaderboard.
But this talk is not primarily about the score. The instructor said grading is based on methodology and presentation, not the leaderboard itself. So I'll spend most of the time on what didn't work and why — six diagnosed failures shaped the winning recipe directly.
Pacing: 12 slides, ~50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The +0.013 lead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and took #1. v47 iterated with v46 as the new teacher (Xie 2020 noisy student round 2) for another +0.003 to 0.8264 — small in absolute terms, but enough to extend our #1 lead to +0.013 over next-best.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at 0.8264 extends our lead via iterative noisy student round 2 (Xie 2020).
- v48 (orange '?') is queued — Hinton T=2 temperature distillation, single-knob test.
The +0.081 LB lift from v19 to v47 is the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github.com/rafallex/A3-ADL.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0.8264</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v47_s2 = 0.8355  ·  #3 on LB (2026-05-27)</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+0.081</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 microscopy</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0.8264</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FINAL LB  ·  v47 noisy-student rd2</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14800"/>
            <a:ext cx="8595360" cy="502920"/>
          </a:xfrm>
          <a:prstGeom prst="rect">
            <a:avLst/>
          </a:prstGeom>
          <a:solidFill>
            <a:srgbClr val="1A3A52"/>
          </a:solidFill>
          <a:ln w="12700">
            <a:solidFill>
              <a:srgbClr val="1A3A52"/>
            </a:solidFill>
            <a:prstDash val="solid"/>
          </a:ln>
        </p:spPr>
      </p:sp>
      <p:sp>
        <p:nvSpPr>
          <p:cNvPr id="39" name="Shape 37"/>
          <p:cNvSpPr/>
          <p:nvPr/>
        </p:nvSpPr>
        <p:spPr>
          <a:xfrm>
            <a:off x="274320" y="4114800"/>
            <a:ext cx="64008" cy="502920"/>
          </a:xfrm>
          <a:prstGeom prst="rect">
            <a:avLst/>
          </a:prstGeom>
          <a:solidFill>
            <a:srgbClr val="D97706"/>
          </a:solidFill>
          <a:ln w="12700">
            <a:solidFill>
              <a:srgbClr val="D97706"/>
            </a:solidFill>
            <a:prstDash val="solid"/>
          </a:ln>
        </p:spPr>
      </p:sp>
      <p:sp>
        <p:nvSpPr>
          <p:cNvPr id="40" name="Text 38"/>
          <p:cNvSpPr/>
          <p:nvPr/>
        </p:nvSpPr>
        <p:spPr>
          <a:xfrm>
            <a:off x="475488" y="422452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HEADLINE</a:t>
            </a:r>
            <a:endParaRPr lang="en-US" sz="950" dirty="0"/>
          </a:p>
        </p:txBody>
      </p:sp>
      <p:sp>
        <p:nvSpPr>
          <p:cNvPr id="41" name="Text 39"/>
          <p:cNvSpPr/>
          <p:nvPr/>
        </p:nvSpPr>
        <p:spPr>
          <a:xfrm>
            <a:off x="475488" y="4498848"/>
            <a:ext cx="8321040" cy="4572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+0.081 LB across 30 versions — half of it from one mechanism (soft pseudo / Hinton).</a:t>
            </a:r>
            <a:endParaRPr lang="en-US" sz="1150" dirty="0"/>
          </a:p>
        </p:txBody>
      </p:sp>
      <p:sp>
        <p:nvSpPr>
          <p:cNvPr id="42" name="Text 4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3" name="Text 4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−0.038</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prior LB leader · 0.7832 at the time</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434840"/>
            <a:ext cx="8595360" cy="320040"/>
          </a:xfrm>
          <a:prstGeom prst="rect">
            <a:avLst/>
          </a:prstGeom>
          <a:solidFill>
            <a:srgbClr val="1A3A52"/>
          </a:solidFill>
          <a:ln w="12700">
            <a:solidFill>
              <a:srgbClr val="1A3A52"/>
            </a:solidFill>
            <a:prstDash val="solid"/>
          </a:ln>
        </p:spPr>
      </p:sp>
      <p:sp>
        <p:nvSpPr>
          <p:cNvPr id="23" name="Shape 21"/>
          <p:cNvSpPr/>
          <p:nvPr/>
        </p:nvSpPr>
        <p:spPr>
          <a:xfrm>
            <a:off x="274320" y="4434840"/>
            <a:ext cx="64008" cy="320040"/>
          </a:xfrm>
          <a:prstGeom prst="rect">
            <a:avLst/>
          </a:prstGeom>
          <a:solidFill>
            <a:srgbClr val="D97706"/>
          </a:solidFill>
          <a:ln w="12700">
            <a:solidFill>
              <a:srgbClr val="D97706"/>
            </a:solidFill>
            <a:prstDash val="solid"/>
          </a:ln>
        </p:spPr>
      </p:sp>
      <p:sp>
        <p:nvSpPr>
          <p:cNvPr id="24" name="Text 22"/>
          <p:cNvSpPr/>
          <p:nvPr/>
        </p:nvSpPr>
        <p:spPr>
          <a:xfrm>
            <a:off x="475488" y="454456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TAKE-HOME</a:t>
            </a:r>
            <a:endParaRPr lang="en-US" sz="950" dirty="0"/>
          </a:p>
        </p:txBody>
      </p:sp>
      <p:sp>
        <p:nvSpPr>
          <p:cNvPr id="25" name="Text 23"/>
          <p:cNvSpPr/>
          <p:nvPr/>
        </p:nvSpPr>
        <p:spPr>
          <a:xfrm>
            <a:off x="475488" y="4818888"/>
            <a:ext cx="8321040" cy="-13716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The win wasn't a new architecture. It was treating the test distribution as the thing to model.</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discards 84 % of test cells. Soft keeps everything.</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chart across 30 logged Kaggle submissions, v19 baseline 0.7455 → v47 NEW BEST 0.8264. v48 placeholder (queued) at the right edge.">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Green = breakthrough · blue = useful gain · red = regression · grey = neutral. v48 placeholder (orange) is queued.</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Shape 46"/>
          <p:cNvSpPr/>
          <p:nvPr/>
        </p:nvSpPr>
        <p:spPr>
          <a:xfrm>
            <a:off x="274320" y="4617720"/>
            <a:ext cx="8595360" cy="274320"/>
          </a:xfrm>
          <a:prstGeom prst="rect">
            <a:avLst/>
          </a:prstGeom>
          <a:solidFill>
            <a:srgbClr val="1A3A52"/>
          </a:solidFill>
          <a:ln w="12700">
            <a:solidFill>
              <a:srgbClr val="1A3A52"/>
            </a:solidFill>
            <a:prstDash val="solid"/>
          </a:ln>
        </p:spPr>
      </p:sp>
      <p:sp>
        <p:nvSpPr>
          <p:cNvPr id="49" name="Shape 47"/>
          <p:cNvSpPr/>
          <p:nvPr/>
        </p:nvSpPr>
        <p:spPr>
          <a:xfrm>
            <a:off x="274320" y="4617720"/>
            <a:ext cx="64008" cy="274320"/>
          </a:xfrm>
          <a:prstGeom prst="rect">
            <a:avLst/>
          </a:prstGeom>
          <a:solidFill>
            <a:srgbClr val="D97706"/>
          </a:solidFill>
          <a:ln w="12700">
            <a:solidFill>
              <a:srgbClr val="D97706"/>
            </a:solidFill>
            <a:prstDash val="solid"/>
          </a:ln>
        </p:spPr>
      </p:sp>
      <p:sp>
        <p:nvSpPr>
          <p:cNvPr id="50" name="Text 48"/>
          <p:cNvSpPr/>
          <p:nvPr/>
        </p:nvSpPr>
        <p:spPr>
          <a:xfrm>
            <a:off x="475488" y="472744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SYNTHESIS</a:t>
            </a:r>
            <a:endParaRPr lang="en-US" sz="950" dirty="0"/>
          </a:p>
        </p:txBody>
      </p:sp>
      <p:sp>
        <p:nvSpPr>
          <p:cNvPr id="51" name="Text 49"/>
          <p:cNvSpPr/>
          <p:nvPr/>
        </p:nvSpPr>
        <p:spPr>
          <a:xfrm>
            <a:off x="475488" y="5001768"/>
            <a:ext cx="8321040" cy="-18288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Every failure has a one-line rule that propagated forward. v46 recipe is the cumulative response.</a:t>
            </a:r>
            <a:endParaRPr lang="en-US" sz="1000" dirty="0"/>
          </a:p>
        </p:txBody>
      </p:sp>
      <p:sp>
        <p:nvSpPr>
          <p:cNvPr id="52" name="Text 5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53" name="Text 5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12</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dataset size &gt; regularisation.</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textbook regularisers gained +0.011. Soft pseudo + noisy-student round 2 gained +0.042 LB. The dataset-size lever was 3.8× bigger.</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github.com/rafallex/A3-ADL</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2026-05-27T17:16:52Z</dcterms:created>
  <dcterms:modified xsi:type="dcterms:W3CDTF">2026-05-27T17:16:52Z</dcterms:modified>
</cp:coreProperties>
</file>