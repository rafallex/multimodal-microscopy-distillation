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We currently hold #1 on the public leaderboard at 0.8264, with a +0.013 lead over next-best.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The +0.013 lead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for another +0.003 to 0.8264 — small in absolute terms, but enough to extend our #1 lead to +0.013 over next-best.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at 0.8264 extends our lead via iterative noisy student round 2 (Xie 2020).
- v48 (orange '?') is queued — Hinton T=2 temperature distillation, single-knob test.
The +0.081 LB lift from v19 to v47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github.com/rafallex/A3-ADL.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  ·  #1 on LB  ·  +0.013 lead</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chart across 30 logged Kaggle submissions, v19 baseline 0.7455 → v47 NEW BEST 0.8264. v48 placeholder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v48 placeholder (orange) is queued.</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12</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12</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dataset size &gt; regularisation.</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textbook regularisers gained +0.011. Soft pseudo + noisy-student round 2 gained +0.042 LB. The dataset-size lever was 3.8×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github.com/rafallex/A3-ADL</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2026-05-25T19:28:32Z</dcterms:created>
  <dcterms:modified xsi:type="dcterms:W3CDTF">2026-05-25T19:28:32Z</dcterms:modified>
</cp:coreProperties>
</file>