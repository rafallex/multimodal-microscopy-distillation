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+0.081 LB lift over the supervised baseline on the ensemble, +0.090 on the best single seed. v47_seed2 at 0.8355 currently holds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12 slides, ~50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v48+ (orange) is queued — a backbone-diversity fleet (EfficientNet-B2/B3, ResNet-50, ConvNeXt, early-fusion) distilled from the best seed, for a cross-architecture ensemble.
The +0.090 LB lift from v19 (0.7455) to v47's best single seed (0.8355) is the headline.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 you to remember: on this problem, ENSEMBLING NEVER WORKED. Not once. I tried every flavour and every single one regressed below my best single model.
Within-recipe seed averaging: my three v47 seeds average to 0.8264, but the best single seed is 0.8355.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always pulls toward the weaker member, and the quality gap between any two of my models is wide enough that it hurts.
And the one that should have worked: a gradient-boosted tree on hand-crafted features, genuinely decorrelated from the CNN at rank-correlation 0.41 — textbook ideal ensemble ingredient. Its leave-patients-out CV was 0.82. Blended 50/50 with my best model it scored 0.7074. Its CV simply did not transfer to unseen patients — the exact CV-versus-LB trap that defines this whole project, now sprung on the ensemble itself.
The conclusion is clean: with twelve patients, variance dominates everything, and any averaging regresses below the best single draw. My final submission is one well-chosen single model — never a blend.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0.8264</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v47_s2 = 0.8355  ·  #3 on LB (2026-05-27)</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+0.081</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 microscopy</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0.8264</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FINAL LB  ·  v47 noisy-student rd2</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14800"/>
            <a:ext cx="8595360" cy="502920"/>
          </a:xfrm>
          <a:prstGeom prst="rect">
            <a:avLst/>
          </a:prstGeom>
          <a:solidFill>
            <a:srgbClr val="1A3A52"/>
          </a:solidFill>
          <a:ln w="12700">
            <a:solidFill>
              <a:srgbClr val="1A3A52"/>
            </a:solidFill>
            <a:prstDash val="solid"/>
          </a:ln>
        </p:spPr>
      </p:sp>
      <p:sp>
        <p:nvSpPr>
          <p:cNvPr id="39" name="Shape 37"/>
          <p:cNvSpPr/>
          <p:nvPr/>
        </p:nvSpPr>
        <p:spPr>
          <a:xfrm>
            <a:off x="274320" y="4114800"/>
            <a:ext cx="64008" cy="502920"/>
          </a:xfrm>
          <a:prstGeom prst="rect">
            <a:avLst/>
          </a:prstGeom>
          <a:solidFill>
            <a:srgbClr val="D97706"/>
          </a:solidFill>
          <a:ln w="12700">
            <a:solidFill>
              <a:srgbClr val="D97706"/>
            </a:solidFill>
            <a:prstDash val="solid"/>
          </a:ln>
        </p:spPr>
      </p:sp>
      <p:sp>
        <p:nvSpPr>
          <p:cNvPr id="40" name="Text 38"/>
          <p:cNvSpPr/>
          <p:nvPr/>
        </p:nvSpPr>
        <p:spPr>
          <a:xfrm>
            <a:off x="475488" y="422452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HEADLINE</a:t>
            </a:r>
            <a:endParaRPr lang="en-US" sz="950" dirty="0"/>
          </a:p>
        </p:txBody>
      </p:sp>
      <p:sp>
        <p:nvSpPr>
          <p:cNvPr id="41" name="Text 39"/>
          <p:cNvSpPr/>
          <p:nvPr/>
        </p:nvSpPr>
        <p:spPr>
          <a:xfrm>
            <a:off x="475488" y="4498848"/>
            <a:ext cx="8321040" cy="4572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+0.081 LB across 30 versions — half of it from one mechanism (soft pseudo / Hinton).</a:t>
            </a:r>
            <a:endParaRPr lang="en-US" sz="1150" dirty="0"/>
          </a:p>
        </p:txBody>
      </p:sp>
      <p:sp>
        <p:nvSpPr>
          <p:cNvPr id="42" name="Text 4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3" name="Text 4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434840"/>
            <a:ext cx="8595360" cy="320040"/>
          </a:xfrm>
          <a:prstGeom prst="rect">
            <a:avLst/>
          </a:prstGeom>
          <a:solidFill>
            <a:srgbClr val="1A3A52"/>
          </a:solidFill>
          <a:ln w="12700">
            <a:solidFill>
              <a:srgbClr val="1A3A52"/>
            </a:solidFill>
            <a:prstDash val="solid"/>
          </a:ln>
        </p:spPr>
      </p:sp>
      <p:sp>
        <p:nvSpPr>
          <p:cNvPr id="23" name="Shape 21"/>
          <p:cNvSpPr/>
          <p:nvPr/>
        </p:nvSpPr>
        <p:spPr>
          <a:xfrm>
            <a:off x="274320" y="4434840"/>
            <a:ext cx="64008" cy="320040"/>
          </a:xfrm>
          <a:prstGeom prst="rect">
            <a:avLst/>
          </a:prstGeom>
          <a:solidFill>
            <a:srgbClr val="D97706"/>
          </a:solidFill>
          <a:ln w="12700">
            <a:solidFill>
              <a:srgbClr val="D97706"/>
            </a:solidFill>
            <a:prstDash val="solid"/>
          </a:ln>
        </p:spPr>
      </p:sp>
      <p:sp>
        <p:nvSpPr>
          <p:cNvPr id="24" name="Text 22"/>
          <p:cNvSpPr/>
          <p:nvPr/>
        </p:nvSpPr>
        <p:spPr>
          <a:xfrm>
            <a:off x="475488" y="454456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TAKE-HOME</a:t>
            </a:r>
            <a:endParaRPr lang="en-US" sz="950" dirty="0"/>
          </a:p>
        </p:txBody>
      </p:sp>
      <p:sp>
        <p:nvSpPr>
          <p:cNvPr id="25" name="Text 23"/>
          <p:cNvSpPr/>
          <p:nvPr/>
        </p:nvSpPr>
        <p:spPr>
          <a:xfrm>
            <a:off x="475488" y="4818888"/>
            <a:ext cx="8321040" cy="-13716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The win wasn't a new architecture. It was treating the test distribution as the thing to model.</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discards 84 % of test cells. Soft keeps everything.</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best single seed 0.8355 (peaked #1, currently #3). Dashed red line marks the current leader at 0.8448; v48+ backbone-diversity runs queued at the right edge.">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Green = breakthrough · blue = useful gain · red = regression · grey = neutral. Dashed red = current leader; v48+ (orange) = queued backbone-diversity runs.</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Shape 46"/>
          <p:cNvSpPr/>
          <p:nvPr/>
        </p:nvSpPr>
        <p:spPr>
          <a:xfrm>
            <a:off x="274320" y="4617720"/>
            <a:ext cx="8595360" cy="274320"/>
          </a:xfrm>
          <a:prstGeom prst="rect">
            <a:avLst/>
          </a:prstGeom>
          <a:solidFill>
            <a:srgbClr val="1A3A52"/>
          </a:solidFill>
          <a:ln w="12700">
            <a:solidFill>
              <a:srgbClr val="1A3A52"/>
            </a:solidFill>
            <a:prstDash val="solid"/>
          </a:ln>
        </p:spPr>
      </p:sp>
      <p:sp>
        <p:nvSpPr>
          <p:cNvPr id="49" name="Shape 47"/>
          <p:cNvSpPr/>
          <p:nvPr/>
        </p:nvSpPr>
        <p:spPr>
          <a:xfrm>
            <a:off x="274320" y="4617720"/>
            <a:ext cx="64008" cy="274320"/>
          </a:xfrm>
          <a:prstGeom prst="rect">
            <a:avLst/>
          </a:prstGeom>
          <a:solidFill>
            <a:srgbClr val="D97706"/>
          </a:solidFill>
          <a:ln w="12700">
            <a:solidFill>
              <a:srgbClr val="D97706"/>
            </a:solidFill>
            <a:prstDash val="solid"/>
          </a:ln>
        </p:spPr>
      </p:sp>
      <p:sp>
        <p:nvSpPr>
          <p:cNvPr id="50" name="Text 48"/>
          <p:cNvSpPr/>
          <p:nvPr/>
        </p:nvSpPr>
        <p:spPr>
          <a:xfrm>
            <a:off x="475488" y="4727448"/>
            <a:ext cx="832104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SYNTHESIS</a:t>
            </a:r>
            <a:endParaRPr lang="en-US" sz="950" dirty="0"/>
          </a:p>
        </p:txBody>
      </p:sp>
      <p:sp>
        <p:nvSpPr>
          <p:cNvPr id="51" name="Text 49"/>
          <p:cNvSpPr/>
          <p:nvPr/>
        </p:nvSpPr>
        <p:spPr>
          <a:xfrm>
            <a:off x="475488" y="5001768"/>
            <a:ext cx="8321040" cy="-18288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Every failure has a one-line rule that propagated forward. v46 recipe is the cumulative response.</a:t>
            </a:r>
            <a:endParaRPr lang="en-US" sz="1000" dirty="0"/>
          </a:p>
        </p:txBody>
      </p:sp>
      <p:sp>
        <p:nvSpPr>
          <p:cNvPr id="52" name="Text 50"/>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53" name="Text 51"/>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13</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Every ensemble I tried lost to the best single model</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The per-seed LB spans 0.023 on N=12. The 3-seed mean lands below the lucky best seed every time — the variance is signal-destroying, not noise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Cross-model: the stronger member is always pulled down.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Symmetric averaging drags toward the weaker member, and on this data the quality gap is always wide (v22, v45_probe, and the GBM blend all regressed).</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Even an orthogonal model couldn't save it.</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decorrelated feature-GBM (rank-corr 0.41) looked perfect on paper — but its CV (0.82) did not transfer (LB ~0.60). CV-vs-LB struck the ensemble too.</a:t>
            </a:r>
            <a:endParaRPr lang="en-US" sz="1050" dirty="0"/>
          </a:p>
        </p:txBody>
      </p:sp>
      <p:sp>
        <p:nvSpPr>
          <p:cNvPr id="20" name="Shape 18"/>
          <p:cNvSpPr/>
          <p:nvPr/>
        </p:nvSpPr>
        <p:spPr>
          <a:xfrm>
            <a:off x="274320" y="4590288"/>
            <a:ext cx="8595360" cy="256032"/>
          </a:xfrm>
          <a:prstGeom prst="rect">
            <a:avLst/>
          </a:prstGeom>
          <a:solidFill>
            <a:srgbClr val="1A3A52"/>
          </a:solidFill>
          <a:ln w="12700">
            <a:solidFill>
              <a:srgbClr val="1A3A52"/>
            </a:solidFill>
            <a:prstDash val="solid"/>
          </a:ln>
        </p:spPr>
      </p:sp>
      <p:sp>
        <p:nvSpPr>
          <p:cNvPr id="21" name="Shape 19"/>
          <p:cNvSpPr/>
          <p:nvPr/>
        </p:nvSpPr>
        <p:spPr>
          <a:xfrm>
            <a:off x="274320" y="4590288"/>
            <a:ext cx="64008" cy="256032"/>
          </a:xfrm>
          <a:prstGeom prst="rect">
            <a:avLst/>
          </a:prstGeom>
          <a:solidFill>
            <a:srgbClr val="B91C1C"/>
          </a:solidFill>
          <a:ln w="12700">
            <a:solidFill>
              <a:srgbClr val="B91C1C"/>
            </a:solidFill>
            <a:prstDash val="solid"/>
          </a:ln>
        </p:spPr>
      </p:sp>
      <p:sp>
        <p:nvSpPr>
          <p:cNvPr id="22" name="Text 20"/>
          <p:cNvSpPr/>
          <p:nvPr/>
        </p:nvSpPr>
        <p:spPr>
          <a:xfrm>
            <a:off x="475488" y="4700016"/>
            <a:ext cx="832104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TAKE-HOME</a:t>
            </a:r>
            <a:endParaRPr lang="en-US" sz="950" dirty="0"/>
          </a:p>
        </p:txBody>
      </p:sp>
      <p:sp>
        <p:nvSpPr>
          <p:cNvPr id="23" name="Text 21"/>
          <p:cNvSpPr/>
          <p:nvPr/>
        </p:nvSpPr>
        <p:spPr>
          <a:xfrm>
            <a:off x="475488" y="4974336"/>
            <a:ext cx="8321040" cy="-201168"/>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On N=12, variance dominates — any averaging regresses below the best single draw. The submission is one well-chosen seed, never a blend.</a:t>
            </a:r>
            <a:endParaRPr lang="en-US" sz="950" dirty="0"/>
          </a:p>
        </p:txBody>
      </p:sp>
      <p:sp>
        <p:nvSpPr>
          <p:cNvPr id="24" name="Text 22"/>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5" name="Text 23"/>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13</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 is the lever — not architecture.</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regularisers gained +0.011; soft-pseudo distillation gained +0.042. Even the SOTA co-attention fusion ≈ plain late fusion (0.97 corr, both 0.83). Architecture never moved it; only the test-set data did.</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2026-05-30T14:17:38Z</dcterms:created>
  <dcterms:modified xsi:type="dcterms:W3CDTF">2026-05-30T14:17:38Z</dcterms:modified>
</cp:coreProperties>
</file>